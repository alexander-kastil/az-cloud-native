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Durable Execution, Workflows &amp; Sagas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Code that lets a long-running process survive restarts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