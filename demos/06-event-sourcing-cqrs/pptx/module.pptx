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Event Sourcing &amp; CQRS with Cosmos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Contoso Logistics keeps every shipment change as an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