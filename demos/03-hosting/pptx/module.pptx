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Hosting on Container Apps &amp; 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Putting the Contoso Logistics services on Azure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