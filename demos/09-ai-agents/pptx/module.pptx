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AI Agents in Event-Driven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The exception-agent joins the Contoso Logistics event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Event-Driven Distributed Apps on Azure: Aspire, Dapr &amp; Durable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