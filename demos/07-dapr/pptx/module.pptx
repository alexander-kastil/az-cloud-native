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Dapr Building Blocks for Portable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The Contoso Logistics flow on sidecars and component 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Event-Driven Distributed Apps on Azure: Aspire, Dapr &amp; Durable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