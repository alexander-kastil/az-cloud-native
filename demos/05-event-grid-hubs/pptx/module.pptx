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Events &amp; Streams with Event Grid &amp; Event Hubs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Connecting Contoso Logistics to partners and the live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