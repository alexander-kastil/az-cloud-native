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Building Distributed Apps with Aspire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Start, trace and test the Contoso system from one AppHost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Event-Driven Distributed Apps on Azure: Aspire, Dapr &amp; Durable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